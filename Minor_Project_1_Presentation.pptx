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Cybersecurity Risk Assessment Framework for Small Businesses</a:t>
            </a:r>
          </a:p>
          <a:p>
            <a:pPr>
              <a:defRPr sz="2000"/>
            </a:pPr>
            <a:r>
              <a:t>Minor Project – 1 | Lakshay Saini | 24BCS10149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SMEs face phishing, ransomware, insider threats and access-control weaknesses.</a:t>
            </a:r>
          </a:p>
          <a:p>
            <a:pPr>
              <a:spcAft>
                <a:spcPts val="1200"/>
              </a:spcAft>
              <a:defRPr sz="1800"/>
            </a:pPr>
            <a:r>
              <a:t>Create a repeatable risk model and prioritize mitigation.</a:t>
            </a:r>
          </a:p>
          <a:p>
            <a:pPr>
              <a:spcAft>
                <a:spcPts val="1200"/>
              </a:spcAft>
              <a:defRPr sz="1800"/>
            </a:pPr>
            <a:r>
              <a:t>Validate using fictional SME case studies.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Likelihood × Impact × Exposure.</a:t>
            </a:r>
          </a:p>
          <a:p>
            <a:pPr>
              <a:spcAft>
                <a:spcPts val="1200"/>
              </a:spcAft>
              <a:defRPr sz="1800"/>
            </a:pPr>
            <a:r>
              <a:t>Scale: 1–5 for each dimension.</a:t>
            </a:r>
          </a:p>
          <a:p>
            <a:pPr>
              <a:spcAft>
                <a:spcPts val="1200"/>
              </a:spcAft>
              <a:defRPr sz="1800"/>
            </a:pPr>
            <a:r>
              <a:t>Low 1–19; Medium 20–47; High 48–80; Critical 81–125.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Retail SME: ransomware and phishing.</a:t>
            </a:r>
          </a:p>
          <a:p>
            <a:pPr>
              <a:spcAft>
                <a:spcPts val="1200"/>
              </a:spcAft>
              <a:defRPr sz="1800"/>
            </a:pPr>
            <a:r>
              <a:t>Professional Services: insider threat and least privilege.</a:t>
            </a:r>
          </a:p>
          <a:p>
            <a:pPr>
              <a:spcAft>
                <a:spcPts val="1200"/>
              </a:spcAft>
              <a:defRPr sz="1800"/>
            </a:pPr>
            <a:r>
              <a:t>Small Manufacturer: patching and asset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MFA and RBAC.</a:t>
            </a:r>
          </a:p>
          <a:p>
            <a:pPr>
              <a:spcAft>
                <a:spcPts val="1200"/>
              </a:spcAft>
              <a:defRPr sz="1800"/>
            </a:pPr>
            <a:r>
              <a:t>Offline backups and patching.</a:t>
            </a:r>
          </a:p>
          <a:p>
            <a:pPr>
              <a:spcAft>
                <a:spcPts val="1200"/>
              </a:spcAft>
              <a:defRPr sz="1800"/>
            </a:pPr>
            <a:r>
              <a:t>Employee awareness and email filtering.</a:t>
            </a:r>
          </a:p>
          <a:p>
            <a:pPr>
              <a:spcAft>
                <a:spcPts val="1200"/>
              </a:spcAft>
              <a:defRPr sz="1800"/>
            </a:pPr>
            <a:r>
              <a:t>Logging, monitoring and incident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Risk ranking turns qualitative concerns into priorities.</a:t>
            </a:r>
          </a:p>
          <a:p>
            <a:pPr>
              <a:spcAft>
                <a:spcPts val="1200"/>
              </a:spcAft>
              <a:defRPr sz="1800"/>
            </a:pPr>
            <a:r>
              <a:t>Ransomware is highest in the illustrative dataset.</a:t>
            </a:r>
          </a:p>
          <a:p>
            <a:pPr>
              <a:spcAft>
                <a:spcPts val="1200"/>
              </a:spcAft>
              <a:defRPr sz="1800"/>
            </a:pPr>
            <a:r>
              <a:t>The model is simple, explainable, and suitable for small organizations.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